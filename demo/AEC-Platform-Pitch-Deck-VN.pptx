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0" y="457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· Angel pitch ·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AEC Platform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606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AI quản lý dự án xây dựng — dành riêng cho Việt Nam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tích hợp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1.128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38328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xanh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35204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$30B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85216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 trường VN/năm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45034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Sophie Nguyễn Thị Thúy · Founder &amp; CEO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0" y="45034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github.com/sophie-nguyenthuthuy/aec-platform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Platform ·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Vấn đề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 thầu xây dựng Việt Nam đang quản lý dự án bằng Excel + Zalo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83464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 án trễ tiến độ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83464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thiếu công cụ tracking + AI rủi ro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2-3 lần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834640" y="2468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thẩm tra trả về mỗi hồ sơ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2880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công cụ đối chiếu QCVN trước khi nộp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11D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5-15M ₫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834640" y="3520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phạt mỗi lần thiếu hồ sơ BHLĐ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34640" y="3931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Nghị định 06/2021 + Thông tư 04/2017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1280160"/>
            <a:ext cx="2926080" cy="31089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Tại sao?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0" y="1874520"/>
            <a:ext cx="2606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Procore + Autodesk ACC — không hiểu QCVN, không có VietQR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mềm nội địa (Coffee Cup, Eta) — thiếu AI, kiến trúc cũ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build — 18 tháng, 5-10 tỷ, không tận dụng AI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Platform ·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Giải pháp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nền tảng. 20 module tích hợp. AI + QCVN built-in.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AEC Platform = Procore + AI tiếng Việt + ingest QCVN sẵn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011680"/>
            <a:ext cx="2560320" cy="73152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tích hợp sâu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CodeGuard biết QCVN. Drawbridge đọc bản vẽ Việt. WinWork hiểu mẫu BXD. AI làm việc với dữ liệu của khách hàng — không phải dán PDF vào ChatGPT.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01168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2011680"/>
            <a:ext cx="25603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sovereignty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566160" y="2606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tại Supabase Singapore, MinIO on-prem cho Enterprise. Không gửi PII / bản vẽ sang Mỹ — phù hợp khách SOE + bộ ngành.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011680"/>
            <a:ext cx="25603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011680"/>
            <a:ext cx="2560320" cy="73152"/>
          </a:xfrm>
          <a:prstGeom prst="rect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Việt Nam-first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09360" y="260604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QCVN/TCVN ingest sẵn (PCCC, kết cấu, tiếp cận, năng lượng, quy hoạch). VietQR thanh toán. Biên bản bàn giao đúng mẫu BXD.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Platform ·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Thị trường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 trường xây dựng VN — TAM / SAM / SOM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731520" cy="868680"/>
          </a:xfrm>
          <a:prstGeom prst="rect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 tỷ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83280" y="1325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Thị trường xây dựng VN/năm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 nghìn tỷ VNĐ chi tiêu xây dựng quốc gia. 17M lao động.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377440"/>
            <a:ext cx="731520" cy="8686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37744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$3,5 tỷ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383280" y="2377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mềm + AI ngành xây dựng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27432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~83 nghìn tỷ VNĐ — tổng thầu, tư vấn TVTK, chủ đầu tư BĐS, FDI manufacturing.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429000"/>
            <a:ext cx="731520" cy="86868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42900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5448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$120M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383280" y="3429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5 năm (3% SAM)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3794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~2.800 tỷ VNĐ — 5.000 SOE customer + 2.500 nhà thầu tư nhân.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Nguồn: Tổng cục Thống kê 2024, Hiệp hội Xây dựng VN, BXD báo cáo ngành Q4/2024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Platform ·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Sản phẩm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module phủ toàn vòng đời dự án — từ săn gói thầu đến bàn giao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786384" cy="36576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Pháp lý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26464" y="1325880"/>
            <a:ext cx="786384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26464" y="1325880"/>
            <a:ext cx="786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12848" y="1325880"/>
            <a:ext cx="1572768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12848" y="1325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Đấu thầu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85616" y="1325880"/>
            <a:ext cx="3145536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5616" y="132588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 công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31152" y="1325880"/>
            <a:ext cx="1572768" cy="36576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31152" y="132588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Bàn giao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192024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1920240"/>
            <a:ext cx="73152" cy="5029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19202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PermitFlow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39696" y="192024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39696" y="1920240"/>
            <a:ext cx="73152" cy="5029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9424" y="19202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PCCC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39312" y="192024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39312" y="1920240"/>
            <a:ext cx="73152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19202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CodeGuard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38928" y="192024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38928" y="1920240"/>
            <a:ext cx="73152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48656" y="19202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Drawbridge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38544" y="192024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38544" y="1920240"/>
            <a:ext cx="73152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1920240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BidRadar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" y="2551176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2551176"/>
            <a:ext cx="73152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" y="2551176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WinWork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39696" y="2551176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139696" y="2551176"/>
            <a:ext cx="73152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49424" y="2551176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CostPulse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639312" y="2551176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39312" y="2551176"/>
            <a:ext cx="73152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2551176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MaterialPrice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138928" y="2551176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38928" y="2551176"/>
            <a:ext cx="73152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48656" y="2551176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638544" y="2551176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38544" y="2551176"/>
            <a:ext cx="73152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48272" y="2551176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SiteEye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" y="3182112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0080" y="3182112"/>
            <a:ext cx="73152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9808" y="3182112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SchedulePilot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139696" y="3182112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39696" y="3182112"/>
            <a:ext cx="73152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49424" y="3182112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Nhật ký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39312" y="3182112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39312" y="3182112"/>
            <a:ext cx="73152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49040" y="3182112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orders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138928" y="3182112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138928" y="3182112"/>
            <a:ext cx="73152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48656" y="3182112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Toolbox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638544" y="3182112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638544" y="3182112"/>
            <a:ext cx="73152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48272" y="3182112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40080" y="3813048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40080" y="3813048"/>
            <a:ext cx="73152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" y="381304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Subcontractors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139696" y="3813048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39696" y="3813048"/>
            <a:ext cx="73152" cy="5029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249424" y="381304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3639312" y="3813048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639312" y="3813048"/>
            <a:ext cx="73152" cy="5029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749040" y="381304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Punch list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138928" y="3813048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138928" y="3813048"/>
            <a:ext cx="73152" cy="5029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248656" y="381304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WarrantyTracker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638544" y="3813048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38544" y="3813048"/>
            <a:ext cx="73152" cy="5029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48272" y="381304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CashFlow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Platform ·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tích hợp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+ Claude làm việc với dữ liệu khách hàng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luồng AI cốt lõi, mỗi luồng có audit trail riêng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1463040" cy="8229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2880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CodeGuard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185623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chiếu QCVN tự động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86000" y="215798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thông số dự án → AI tìm vi phạm QCVN với trích dẫn nguyên văn. 83 chunk QCVN đã ingest.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246888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Gemini embedding + Claude Sonnet 4.6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1463040" cy="8229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788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Drawbridge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286000" y="281635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Hỏi-đáp bản vẽ kỹ thuật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311810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bộ bản vẽ + thuyết minh → AI trả lời câu hỏi engineer, có citation về drawing number + page.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342900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Gemini embedding 768-dim + BAAI bge-reranker-v2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1463040" cy="8229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49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SiteEye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86000" y="3776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 sát công trường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286000" y="407822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Chụp ảnh từ điện thoại → YOLOv8m phát hiện PPE + incident. Báo cáo tuần PDF tự động.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286000" y="43891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Stack: YOLOv8m fine-tuned VN + Ray Serve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Platform ·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Khác biệt với competitor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thủ thiếu 1 trong 3 điều cốt lõi cho khách VN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2011680" cy="384048"/>
          </a:xfrm>
          <a:prstGeom prst="rect">
            <a:avLst/>
          </a:prstGeom>
          <a:solidFill>
            <a:srgbClr val="3E5C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1371600"/>
            <a:ext cx="1554480" cy="384048"/>
          </a:xfrm>
          <a:prstGeom prst="rect">
            <a:avLst/>
          </a:prstGeom>
          <a:solidFill>
            <a:srgbClr val="0A254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371600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Platform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1371600"/>
            <a:ext cx="1554480" cy="384048"/>
          </a:xfrm>
          <a:prstGeom prst="rect">
            <a:avLst/>
          </a:prstGeom>
          <a:solidFill>
            <a:srgbClr val="3E5C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371600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Procore (US)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371600"/>
            <a:ext cx="1554480" cy="384048"/>
          </a:xfrm>
          <a:prstGeom prst="rect">
            <a:avLst/>
          </a:prstGeom>
          <a:solidFill>
            <a:srgbClr val="3E5C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371600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Cup (VN)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0" y="1371600"/>
            <a:ext cx="1188720" cy="384048"/>
          </a:xfrm>
          <a:prstGeom prst="rect">
            <a:avLst/>
          </a:prstGeom>
          <a:solidFill>
            <a:srgbClr val="3E5C7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1371600"/>
            <a:ext cx="11887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build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QCVN/TCVN ingest sẵn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51760" y="1755648"/>
            <a:ext cx="155448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1755648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06240" y="1755648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0" y="1755648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1755648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1755648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1755648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1755648"/>
            <a:ext cx="11887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tháng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2139696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139696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built-in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139696"/>
            <a:ext cx="155448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2139696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06240" y="2139696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0" y="2139696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$$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760720" y="2139696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2139696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0" y="2139696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2139696"/>
            <a:ext cx="11887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tháng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2523744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2523744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SaaS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651760" y="2523744"/>
            <a:ext cx="155448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51760" y="2523744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06240" y="2523744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06240" y="2523744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760720" y="2523744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0" y="2523744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315200" y="2523744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15200" y="2523744"/>
            <a:ext cx="11887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tháng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0080" y="2907792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2907792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VietQR + e-invoice VN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651760" y="2907792"/>
            <a:ext cx="155448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51760" y="2907792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206240" y="2907792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06240" y="2907792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760720" y="2907792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760720" y="2907792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315200" y="2907792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0" y="2907792"/>
            <a:ext cx="11887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tháng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40080" y="3291840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" y="3291840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 (on-prem)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651760" y="3291840"/>
            <a:ext cx="155448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51760" y="3291840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Enterprise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206240" y="329184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06240" y="3291840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760720" y="329184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60720" y="3291840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host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315200" y="3291840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0" y="3291840"/>
            <a:ext cx="11887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build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40080" y="3675888"/>
            <a:ext cx="20116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0080" y="3675888"/>
            <a:ext cx="20116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651760" y="3675888"/>
            <a:ext cx="1554480" cy="384048"/>
          </a:xfrm>
          <a:prstGeom prst="rect">
            <a:avLst/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651760" y="3675888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4.9M VNĐ-tháng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4206240" y="3675888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206240" y="3675888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$1000+/user/yr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760720" y="3675888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60720" y="3675888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315200" y="3675888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15200" y="3675888"/>
            <a:ext cx="11887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tỷ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Platform ·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kinh doanh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 · VietQR + Stripe · 3 tier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Khởi đầu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Miễn phí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team đang đánh giá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306324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dự án · 3 thành viên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GB lưu trữ bản vẽ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lượt CodeGuard/tháng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 20 module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83280" y="1280160"/>
            <a:ext cx="2560320" cy="3474720"/>
          </a:xfrm>
          <a:prstGeom prst="rect">
            <a:avLst/>
          </a:prstGeom>
          <a:solidFill>
            <a:srgbClr val="0A2540"/>
          </a:solidFill>
          <a:ln w="25400">
            <a:solidFill>
              <a:srgbClr val="F77F0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23360" y="1115568"/>
            <a:ext cx="1280160" cy="2743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11155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PHỔ BIẾN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1188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Chuyên nghiệp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1188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4,9M ₫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611880" y="239572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tháng · chưa VAT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11880" y="2651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 thầu vừa, 5-25 người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11880" y="306324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dự án · 25 thành viên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GB lưu trữ bản vẽ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lượt CodeGuard/tháng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báo cáo + KTNN export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hỗ trợ trong ngày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26480" y="1280160"/>
            <a:ext cx="25603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Doanh nghiệp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55080" y="1920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Liên hệ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355080" y="2651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SOE, tổng thầu lớn, FDI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55080" y="306324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giới hạn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MinIO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Microsoft + Google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99.9% hợp đồng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0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QCVN ingest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solidFill>
            <a:srgbClr val="FFF7ED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2519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economics: </a:t>
            </a:r>
            <a:pPr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 60M ₫/năm · CAC 5M ₫ · payback 2 tháng · gross margin 78% · NRR 115% (target)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Platform ·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ICP archetype · outbound + content + partnerships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3657600" cy="411480"/>
          </a:xfrm>
          <a:prstGeom prst="rect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cold email/tháng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34840" y="13716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8-15% open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60120" y="1874520"/>
            <a:ext cx="3017520" cy="4114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1874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discovery call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0" y="18745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→ demo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80160" y="2377440"/>
            <a:ext cx="2377440" cy="41148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2377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product demo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94760" y="2377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→ POC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00200" y="2880360"/>
            <a:ext cx="1737360" cy="41148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0020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POC paid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→ close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874520" y="3383280"/>
            <a:ext cx="118872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33832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close/tháng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33832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ACV 80M ₫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1280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ICP target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760720" y="1691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thầu SOE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60720" y="19385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Vinaconex, Cienco4, Sông Đà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760720" y="2194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TVTK / consulting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760720" y="24414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VNCC, TEDI, AA Corp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760720" y="2697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 thầu thi công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60720" y="29443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Coteccons sub, Hòa Bình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760720" y="32004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đầu tư BĐS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60720" y="34472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Group, VinHomes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760720" y="37033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FDI manufacturer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60720" y="39502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Samsung, LG, Foxconn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" y="4297680"/>
            <a:ext cx="7863840" cy="4114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42976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+ partnership: </a:t>
            </a:r>
            <a:pPr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Hiệp hội Nhà thầu VN (VACA), Hội Tư vấn Xây dựng (VECAS) — sponsorship + co-marketing. Stripe + VietQR đối tác thanh toán.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Platform ·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Pre-revenue · platform shipped · sẵn sàng go-to-market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828800" cy="12801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shipped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1371600"/>
            <a:ext cx="1828800" cy="12801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1.128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65176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xanh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pass rate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1828800" cy="12801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6344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coverage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worker + web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75120" y="1371600"/>
            <a:ext cx="1828800" cy="12801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67512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+ multi-tenant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2926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Milestones đã hoàn thành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5800" y="3383280"/>
            <a:ext cx="109728" cy="109728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291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Q4/2025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— 14 module cốt lõi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011680" y="35478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WinWork, CostPulse, Pulse, SiteEye, BidRadar, CodeGuard, Drawbridge, Handover…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" y="3886200"/>
            <a:ext cx="109728" cy="109728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Q1/2026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11680" y="3794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+ RLS + SSO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011680" y="40507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RLS isolation, Google + Microsoft SSO, KTNN audit export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" y="4389120"/>
            <a:ext cx="109728" cy="109728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297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Q2/2026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1168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module + production deploy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011680" y="455371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 module mới, Railway + Vercel + Supabase Singapore, public GitHub repo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Platform ·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12 tháng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Customer-led roadmap · key bets per quarter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828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371600"/>
            <a:ext cx="1828800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Q3/2026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10 paying customer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POC paid (gói Pro)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 &gt; 85% accuracy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Capacitor iOS + Android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182880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 ~600M ₫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51760" y="1371600"/>
            <a:ext cx="1828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1371600"/>
            <a:ext cx="1828800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Q4/2026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88920" y="1874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Product-market fit signal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88920" y="2560320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MSA Doanh nghiệp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presence + collab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QCVN ingest (đầy đủ)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51760" y="4069080"/>
            <a:ext cx="182880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 ~2 tỷ ₫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371600"/>
            <a:ext cx="1828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371600"/>
            <a:ext cx="1828800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Q1/2027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1874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hire core team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2560320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VP Sales + 2 AE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II audit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failover live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4069080"/>
            <a:ext cx="182880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 ~5 tỷ ₫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0" y="1371600"/>
            <a:ext cx="1828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5120" y="1371600"/>
            <a:ext cx="1828800" cy="4114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Q2/2027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12280" y="18745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readiness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12280" y="2560320"/>
            <a:ext cx="1554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paying customer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MoM growth sustained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 phá thị trường Lào, Campuchia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75120" y="4069080"/>
            <a:ext cx="1828800" cy="502920"/>
          </a:xfrm>
          <a:prstGeom prst="rect">
            <a:avLst/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 ~12 tỷ ₫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4663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có thể thay đổi theo customer feedback. Đây không phải commitment cứng.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Platform ·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founder + advisor network · hiring sau Series Seed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280160"/>
            <a:ext cx="7863840" cy="12801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508760"/>
            <a:ext cx="868680" cy="86868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508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9202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Sophie Nguyễn Thị Thúy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2024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· Full-stack engineer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1031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AEC Platform end-to-end (20 module · backend FastAPI + frontend Next.js · ML/AI pipelines · deploy). Trước đó: 5+ năm engineering ở fintech + proptech VN.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788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 plan (sau seed close)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200400"/>
            <a:ext cx="3749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00400"/>
            <a:ext cx="73152" cy="64008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Sales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Q3/2026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" y="35295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năm B2B SaaS sales ở VN; chốt 2-3 deal/tháng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3200400"/>
            <a:ext cx="3749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3200400"/>
            <a:ext cx="73152" cy="64008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8032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Full-stack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3760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Q3/2026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28032" y="352958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rộng module + maintain 1.128 test xanh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3977640"/>
            <a:ext cx="3749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977640"/>
            <a:ext cx="73152" cy="64008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Executive ×2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Q4/2026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04672" y="43068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200+ email/người/tháng cho 5 ICP archetype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977640"/>
            <a:ext cx="37490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977640"/>
            <a:ext cx="73152" cy="64008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76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Q4/2026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28032" y="4306824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+ đào tạo on-site cho gói Doanh nghiệp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77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AEC Platform · Confidential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7777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54864" cy="50292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Tài chính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841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Pre-seed: 500.000 USD · runway 18 tháng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 gọi vốn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$500K USD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tỷ VNĐ · pre-seed convertible note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5C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Runway: 18 tháng · Valuation cap: $4M · Discount 20%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Phân bổ vốn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8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+ Marketing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0" y="1828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0" y="2103120"/>
            <a:ext cx="3566160" cy="10972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2103120"/>
            <a:ext cx="3566160" cy="109728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hires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23317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2606040"/>
            <a:ext cx="3566160" cy="10972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2606040"/>
            <a:ext cx="2674620" cy="10972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+ AI cost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0" y="2834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20640" y="3108960"/>
            <a:ext cx="3566160" cy="10972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3108960"/>
            <a:ext cx="1337310" cy="109728"/>
          </a:xfrm>
          <a:prstGeom prst="rect">
            <a:avLst/>
          </a:prstGeom>
          <a:solidFill>
            <a:srgbClr val="3E5C76"/>
          </a:solidFill>
          <a:ln w="12700">
            <a:solidFill>
              <a:srgbClr val="3E5C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337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(SOC 2, KTNN)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3337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3611880"/>
            <a:ext cx="3566160" cy="10972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0" y="3611880"/>
            <a:ext cx="89154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38404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20640" y="4114800"/>
            <a:ext cx="3566160" cy="10972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4114800"/>
            <a:ext cx="44577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4069080"/>
            <a:ext cx="786384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406908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round, why now: 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shipped + production-ready. Cần vốn để chuyển từ engineering-mode sang go-to-market mode. Hire VP Sales + 2 AE + scale outbound 600 email/tháng = 5-8 close/tháng đầu Q4.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2801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anh/chị đã lắng nghe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tiếp theo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914400" y="2788920"/>
            <a:ext cx="274320" cy="27432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743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lịch deep-dive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99008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phút demo + tour code + Q&amp;A kỹ thuật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274320" cy="27432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2461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 phá platform thật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34930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github.com/sophie-nguyenthuthuy/aec-platform — code public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794760"/>
            <a:ext cx="274320" cy="274320"/>
          </a:xfrm>
          <a:prstGeom prst="ellipse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7490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sheet conversation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99592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$500K · cap $4M · discount 20%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371600" y="4229100"/>
            <a:ext cx="6858000" cy="36576"/>
          </a:xfrm>
          <a:prstGeom prst="rect">
            <a:avLst/>
          </a:prstGeom>
          <a:solidFill>
            <a:srgbClr val="F77F00"/>
          </a:solidFill>
          <a:ln w="12700">
            <a:solidFill>
              <a:srgbClr val="F77F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3662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Sophie Nguyễn Thị Thúy · Founder &amp; CEO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6405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sophie@aec-platform.vn · +84 ... · github.com/sophie-nguyenthuthuy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AEC Platform — Pitch Deck</dc:title>
  <dc:subject>Investor pitch — VN-first construction SaaS</dc:subject>
  <dc:creator>Sophie Nguyễn Thị Thúy</dc:creator>
  <cp:lastModifiedBy>Sophie Nguyễn Thị Thúy</cp:lastModifiedBy>
  <cp:revision>1</cp:revision>
  <dcterms:created xsi:type="dcterms:W3CDTF">2026-05-18T03:07:54Z</dcterms:created>
  <dcterms:modified xsi:type="dcterms:W3CDTF">2026-05-18T03:07:54Z</dcterms:modified>
</cp:coreProperties>
</file>