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" cy="14630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PLATFORM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Vietnam's end-to-end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 operating system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tooling for 14 modules across the full project lifecycle —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bid radar to handover, in Vietnamese.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303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5303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3200400" y="6126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5303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5669280" y="6126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ROWS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38160" y="53035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8138160" y="6126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walkthrough · May 14,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2004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services. One JWT.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486400" cy="1920240"/>
          </a:xfrm>
          <a:prstGeom prst="rect">
            <a:avLst/>
          </a:prstGeom>
          <a:solidFill>
            <a:srgbClr val="E8ED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App Router · SSR + edge middleware · Vietnamese i18n via next-intl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aec-platform-web-git-main…vercel.app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2103120"/>
            <a:ext cx="5486400" cy="1920240"/>
          </a:xfrm>
          <a:prstGeom prst="rect">
            <a:avLst/>
          </a:prstGeom>
          <a:solidFill>
            <a:srgbClr val="E8ED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286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Railway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46520" y="2743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3063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 routes · JWKS-verified JWT auth · pgvector retrieval · Gemini 1.5 Flash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3657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aec-platform-production.up.railway.app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5486400" cy="1920240"/>
          </a:xfrm>
          <a:prstGeom prst="rect">
            <a:avLst/>
          </a:prstGeom>
          <a:solidFill>
            <a:srgbClr val="E8ED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480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" y="4937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Postgres 17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migrations · row-level security per org · session-pooled connection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852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ejoxmgufldlsbmixqjcm.supabase.co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4297680"/>
            <a:ext cx="5486400" cy="1920240"/>
          </a:xfrm>
          <a:prstGeom prst="rect">
            <a:avLst/>
          </a:prstGeom>
          <a:solidFill>
            <a:srgbClr val="E8ED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4805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Upstash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46520" y="4937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(queue)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Redis for arq workers — currently idle in serverless mode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5852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refined-marten-121127.upstash.io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32004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94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Đăng nhập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246888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via @supabase/ssr (cookie session)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middleware refreshes JWT per request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i18n-first: every label in Vietnamese, English fallback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Forgot-password + signup as public routes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6309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posts to /auth/v1/token → cookie set → router.refresh()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0"/>
            <a:ext cx="7894015" cy="6858000"/>
          </a:xfrm>
          <a:prstGeom prst="rect">
            <a:avLst/>
          </a:prstGeom>
          <a:solidFill>
            <a:srgbClr val="E8EDF8"/>
          </a:solidFill>
          <a:ln/>
        </p:spPr>
      </p:sp>
      <p:pic>
        <p:nvPicPr>
          <p:cNvPr id="9" name="Image 0" descr="/tmp/aec-shots/01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5983"/>
            <a:ext cx="7071055" cy="40260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32004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94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Hôm nay (Inbox)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246888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triage across every module · 14 items live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RFI, Punch list, Khiếm khuyết, Đệ trình, CO, CO (AI)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carries project context + priority badge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Server-aggregated — single query feeds the whole 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6309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Aggregator: /api/v1/me/inbox · joins 6 source tables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0"/>
            <a:ext cx="7894015" cy="6858000"/>
          </a:xfrm>
          <a:prstGeom prst="rect">
            <a:avLst/>
          </a:prstGeom>
          <a:solidFill>
            <a:srgbClr val="E8EDF8"/>
          </a:solidFill>
          <a:ln/>
        </p:spPr>
      </p:sp>
      <p:pic>
        <p:nvPicPr>
          <p:cNvPr id="9" name="Image 0" descr="/tmp/aec-shots/03-inbo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5983"/>
            <a:ext cx="7071055" cy="40260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32004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94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Dự án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246888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active projects · ₫1.795T total budget under management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Lotus Center HN · Sky Garden SG · Samsung Yên Phong II-C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FPT Đà Nẵng · Vinmec Hạ Long · Vietcombank Tower Q.1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Per-card counters: open tasks, open COs, document count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phase: Lập kế hoạch → Hoàn thành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6309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/api/v1/projects · 200 OK · 6 rows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0"/>
            <a:ext cx="7894015" cy="6858000"/>
          </a:xfrm>
          <a:prstGeom prst="rect">
            <a:avLst/>
          </a:prstGeom>
          <a:solidFill>
            <a:srgbClr val="E8EDF8"/>
          </a:solidFill>
          <a:ln/>
        </p:spPr>
      </p:sp>
      <p:pic>
        <p:nvPicPr>
          <p:cNvPr id="9" name="Image 0" descr="/tmp/aec-shots/04-proje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5983"/>
            <a:ext cx="7071055" cy="40260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32004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94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ĐẤU THẦU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WinWork — Đề xuất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246888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pipeline: nháp → gửi → thắng / thua / hết hạn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proposals · ₫850M to ₫2.9B fee range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confidence scores when proposal was AI-drafted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proposals auto-seed a project (idempotent link)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6309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Demo: Lotus = won @ 92% confidence, Samsung shell+core won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0"/>
            <a:ext cx="7894015" cy="6858000"/>
          </a:xfrm>
          <a:prstGeom prst="rect">
            <a:avLst/>
          </a:prstGeom>
          <a:solidFill>
            <a:srgbClr val="E8EDF8"/>
          </a:solidFill>
          <a:ln/>
        </p:spPr>
      </p:sp>
      <p:pic>
        <p:nvPicPr>
          <p:cNvPr id="9" name="Image 0" descr="/tmp/aec-shots/02-winwo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5983"/>
            <a:ext cx="7071055" cy="40260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32004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94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ĐẤU THẦU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BidRadar — Hồ sơ phù hợp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246888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intelligence across mua-sam-cong + EVN + PetroVN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tenders · cross-border PH + TH support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fit-scoring against firm profile (slider: min score)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Per-row: budget, jurisdiction, submission deadline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6309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Scrapers run weekly · scoring via Gemini embeddings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0"/>
            <a:ext cx="7894015" cy="6858000"/>
          </a:xfrm>
          <a:prstGeom prst="rect">
            <a:avLst/>
          </a:prstGeom>
          <a:solidFill>
            <a:srgbClr val="E8EDF8"/>
          </a:solidFill>
          <a:ln/>
        </p:spPr>
      </p:sp>
      <p:pic>
        <p:nvPicPr>
          <p:cNvPr id="9" name="Image 0" descr="/tmp/aec-shots/05-bidrad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5983"/>
            <a:ext cx="7071055" cy="40260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32004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94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THIẾT KẾ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CodeGuard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246888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for VN building codes (QCVN / TCVN)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surfaces: Hỏi quy chuẩn, Quét tuân thủ, Checklist, Thư viện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cap with quota dashboard + audit log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Citations: each finding links the exact regulation clause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6309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Indexed: QCVN 06:2022 fire, QCVN 09:2017 energy, TCVN 9386:2012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0"/>
            <a:ext cx="7894015" cy="6858000"/>
          </a:xfrm>
          <a:prstGeom prst="rect">
            <a:avLst/>
          </a:prstGeom>
          <a:solidFill>
            <a:srgbClr val="E8EDF8"/>
          </a:solidFill>
          <a:ln/>
        </p:spPr>
      </p:sp>
      <p:pic>
        <p:nvPicPr>
          <p:cNvPr id="9" name="Image 0" descr="/tmp/aec-shots/06-codegu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5983"/>
            <a:ext cx="7071055" cy="40260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32004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94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THIẾT KẾ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Drawbridge — Documents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246888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+ spec library with discipline filters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documents indexed: A-/S-/M-/E-/P- · revision tracking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Drag-drop upload (PDF / DOCX / DWG up to 100MB)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 cross-discipline · 5 active RFIs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6309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Drawing chunks embedded into pgvector for semantic Q&amp;A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0"/>
            <a:ext cx="7894015" cy="6858000"/>
          </a:xfrm>
          <a:prstGeom prst="rect">
            <a:avLst/>
          </a:prstGeom>
          <a:solidFill>
            <a:srgbClr val="E8EDF8"/>
          </a:solidFill>
          <a:ln/>
        </p:spPr>
      </p:sp>
      <p:pic>
        <p:nvPicPr>
          <p:cNvPr id="9" name="Image 0" descr="/tmp/aec-shots/07-drawbrid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5983"/>
            <a:ext cx="7071055" cy="40260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32004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94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ĐẤU THẦU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CostPulse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246888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estimation + procurement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material prices live (steel, cement, concrete, finish)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verified suppliers — Hòa Phát, Vicem, Pomina, Sika…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estimates · 2 RFQs (one with 4-supplier quote table)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6309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estimation from brief or drawing · daily price refresh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0"/>
            <a:ext cx="7894015" cy="6858000"/>
          </a:xfrm>
          <a:prstGeom prst="rect">
            <a:avLst/>
          </a:prstGeom>
          <a:solidFill>
            <a:srgbClr val="E8EDF8"/>
          </a:solidFill>
          <a:ln/>
        </p:spPr>
      </p:sp>
      <p:pic>
        <p:nvPicPr>
          <p:cNvPr id="9" name="Image 0" descr="/tmp/aec-shots/08-costpul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5983"/>
            <a:ext cx="7071055" cy="40260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32004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94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 LÝ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PermitFlow — Hồ sơ pháp lý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246888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VN construction permit chain tracker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trương → Quy hoạch 1/500 → TKCS → GPXD → Nghiệm thu PCCC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filters: lập kế hoạch / đang xử lý / tạm dừng / hoàn thành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per project; deadlines feed the inbox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6309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Aligned with NĐ 06/2021/NĐ-CP construction lifecycle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0"/>
            <a:ext cx="7894015" cy="6858000"/>
          </a:xfrm>
          <a:prstGeom prst="rect">
            <a:avLst/>
          </a:prstGeom>
          <a:solidFill>
            <a:srgbClr val="E8EDF8"/>
          </a:solidFill>
          <a:ln/>
        </p:spPr>
      </p:sp>
      <p:pic>
        <p:nvPicPr>
          <p:cNvPr id="9" name="Image 0" descr="/tmp/aec-shots/09-permit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5983"/>
            <a:ext cx="7071055" cy="40260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32004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94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THI CÔNG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246888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execution: tasks, milestones, change orders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tasks active in Lotus Center · MEP / structural / finishing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todo / in-progress / blocked / done · with assignees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client-report generation feeds /reports per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6309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→ /pulse/{project_id} · CO workflow under change orders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0"/>
            <a:ext cx="7894015" cy="6858000"/>
          </a:xfrm>
          <a:prstGeom prst="rect">
            <a:avLst/>
          </a:prstGeom>
          <a:solidFill>
            <a:srgbClr val="E8EDF8"/>
          </a:solidFill>
          <a:ln/>
        </p:spPr>
      </p:sp>
      <p:pic>
        <p:nvPicPr>
          <p:cNvPr id="9" name="Image 0" descr="/tmp/aec-shots/10-pul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5983"/>
            <a:ext cx="7071055" cy="40260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32004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94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THI CÔNG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SiteEye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246888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Site-visit feed with weekly safety + quality KPIs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visits logged across Lotus Center construction phases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active safety incidents (helmet / rebar / harness)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photo analysis for PPE detection (when wired to GPU)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6309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Project-scoped — pick a project to load dashboards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0"/>
            <a:ext cx="7894015" cy="6858000"/>
          </a:xfrm>
          <a:prstGeom prst="rect">
            <a:avLst/>
          </a:prstGeom>
          <a:solidFill>
            <a:srgbClr val="E8EDF8"/>
          </a:solidFill>
          <a:ln/>
        </p:spPr>
      </p:sp>
      <p:pic>
        <p:nvPicPr>
          <p:cNvPr id="9" name="Image 0" descr="/tmp/aec-shots/11-siteey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5983"/>
            <a:ext cx="7071055" cy="40260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32004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94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THI CÔNG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orders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246888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COs in pipeline (CO-001…006) for Lotus Center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mix: approved, submitted, draft, rejected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impact tracked per CO — +₫8.5B for hầm B2 expansion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scope analysis on submission; auto-routes for approval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6309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 / Designer / Contractor initiators with audit trail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0"/>
            <a:ext cx="7894015" cy="6858000"/>
          </a:xfrm>
          <a:prstGeom prst="rect">
            <a:avLst/>
          </a:prstGeom>
          <a:solidFill>
            <a:srgbClr val="E8EDF8"/>
          </a:solidFill>
          <a:ln/>
        </p:spPr>
      </p:sp>
      <p:pic>
        <p:nvPicPr>
          <p:cNvPr id="9" name="Image 0" descr="/tmp/aec-shots/15-changeor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5983"/>
            <a:ext cx="7071055" cy="402603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32004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94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THI CÔNG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Submittals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246888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packages tracked with CSI division metadata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samples, shop drawings, method statements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Ball-in-court: owner / designer / contractor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submitted, in_review, approved, revise+resubmit, rejected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6309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numbers: LOT-SUB-001 → 006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0"/>
            <a:ext cx="7894015" cy="6858000"/>
          </a:xfrm>
          <a:prstGeom prst="rect">
            <a:avLst/>
          </a:prstGeom>
          <a:solidFill>
            <a:srgbClr val="E8EDF8"/>
          </a:solidFill>
          <a:ln/>
        </p:spPr>
      </p:sp>
      <p:pic>
        <p:nvPicPr>
          <p:cNvPr id="9" name="Image 0" descr="/tmp/aec-shots/14-submitta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5983"/>
            <a:ext cx="7071055" cy="402603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32004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94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ĐOẠN THI CÔNG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Nhật ký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246888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daily logs over the last week for Lotus Center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labour count, work completed, issues observed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workflow: submitted → approved (supervisor)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 from photos/text for retroactive entries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6309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entry/day cadence · supervisor closes books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0"/>
            <a:ext cx="7894015" cy="6858000"/>
          </a:xfrm>
          <a:prstGeom prst="rect">
            <a:avLst/>
          </a:prstGeom>
          <a:solidFill>
            <a:srgbClr val="E8EDF8"/>
          </a:solidFill>
          <a:ln/>
        </p:spPr>
      </p:sp>
      <p:pic>
        <p:nvPicPr>
          <p:cNvPr id="9" name="Image 0" descr="/tmp/aec-shots/16-dailylo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5983"/>
            <a:ext cx="7071055" cy="402603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32004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94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BÀN GIAO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Punch list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246888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walkthroughs · 10 defect items across trades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VCB Q.1 pre-handover (8 items) + Lotus closeout (2)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trade: MEP, hoàn thiện, kết cấu, PCCC, cảnh quan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(low/medium/high) drives the punch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6309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 upload + assignee + due date per item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0"/>
            <a:ext cx="7894015" cy="6858000"/>
          </a:xfrm>
          <a:prstGeom prst="rect">
            <a:avLst/>
          </a:prstGeom>
          <a:solidFill>
            <a:srgbClr val="E8EDF8"/>
          </a:solidFill>
          <a:ln/>
        </p:spPr>
      </p:sp>
      <p:pic>
        <p:nvPicPr>
          <p:cNvPr id="9" name="Image 0" descr="/tmp/aec-shots/12-punch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5983"/>
            <a:ext cx="7071055" cy="402603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32004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94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BÀN GIAO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Handover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246888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closeout packages tracked (VCB in-review, Lotus delivered)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JSON drives the bundle: as-built, warranty, O&amp;M manuals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warranty data from supplier docs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bản nháp → đang duyệt → đã duyệt → đã bàn giao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6309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8 · NĐ 06/2021/NĐ-CP statutory acceptance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0"/>
            <a:ext cx="7894015" cy="6858000"/>
          </a:xfrm>
          <a:prstGeom prst="rect">
            <a:avLst/>
          </a:prstGeom>
          <a:solidFill>
            <a:srgbClr val="E8EDF8"/>
          </a:solidFill>
          <a:ln/>
        </p:spPr>
      </p:sp>
      <p:pic>
        <p:nvPicPr>
          <p:cNvPr id="9" name="Image 0" descr="/tmp/aec-shots/13-hand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5983"/>
            <a:ext cx="7071055" cy="402603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11480"/>
            <a:ext cx="32004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594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Hoạt động — cross-module feed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2468880"/>
            <a:ext cx="3474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 activity stream (RFI, CO, submittals, daily log)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Server-streamed via SSE; per-event icons + project context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module or project · keep on a second monitor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E8E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@aec mentions surface for the AI assistant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6309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/api/v1/activity?limit=N · paginated cursor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0"/>
            <a:ext cx="7894015" cy="6858000"/>
          </a:xfrm>
          <a:prstGeom prst="rect">
            <a:avLst/>
          </a:prstGeom>
          <a:solidFill>
            <a:srgbClr val="E8EDF8"/>
          </a:solidFill>
          <a:ln/>
        </p:spPr>
      </p:sp>
      <p:pic>
        <p:nvPicPr>
          <p:cNvPr id="9" name="Image 0" descr="/tmp/aec-shots/17-activ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415983"/>
            <a:ext cx="7071055" cy="402603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32004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 rows across 20 tables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3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Vietnamese construction data — not lorem ipsum.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2651760" cy="3840480"/>
          </a:xfrm>
          <a:prstGeom prst="rect">
            <a:avLst/>
          </a:prstGeom>
          <a:solidFill>
            <a:srgbClr val="E8ED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(Projects)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3246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8130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(WinWork)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38130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37997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Tenders (BidRadar)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437997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94690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checklists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494690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551383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55138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91840" y="2560320"/>
            <a:ext cx="2651760" cy="3840480"/>
          </a:xfrm>
          <a:prstGeom prst="rect">
            <a:avLst/>
          </a:prstGeom>
          <a:solidFill>
            <a:srgbClr val="E8ED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6616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3246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566160" y="38130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vật tư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38130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566160" y="437997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437997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566160" y="494690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494690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566160" y="551383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orders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55138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126480" y="2560320"/>
            <a:ext cx="2651760" cy="3840480"/>
          </a:xfrm>
          <a:prstGeom prst="rect">
            <a:avLst/>
          </a:prstGeom>
          <a:solidFill>
            <a:srgbClr val="E8ED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ops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080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tasks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46720" y="3246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00800" y="38130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SiteEye visits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46720" y="38130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400800" y="437997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incidents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046720" y="437997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400800" y="494690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46720" y="494690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400800" y="551383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Submittals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046720" y="55138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961120" y="2560320"/>
            <a:ext cx="2651760" cy="3840480"/>
          </a:xfrm>
          <a:prstGeom prst="rect">
            <a:avLst/>
          </a:prstGeom>
          <a:solidFill>
            <a:srgbClr val="E8ED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3544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Closeout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23544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 lists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881360" y="3246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9235440" y="38130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 items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881360" y="38130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9235440" y="437997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packages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881360" y="437997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9235440" y="494690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Drawbridge docs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881360" y="494690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9235440" y="551383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881360" y="551383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" cy="14630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credentials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3383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aec-platform-web-git-main-sophie-nguyenthuthuys-projects.vercel.app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sophie.nguyenthuthuy@gmail.com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5029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AECDemo2026!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login: Demo Construction Co. — 6 projects seeded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3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May 2026 · Vietnam-first · 14 modules · 260 routes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AEC Platform — Live Demo</dc:title>
  <dc:subject>PptxGenJS Presentation</dc:subject>
  <dc:creator>Sophie Nguyễn Thu Thủy</dc:creator>
  <cp:lastModifiedBy>Sophie Nguyễn Thu Thủy</cp:lastModifiedBy>
  <cp:revision>1</cp:revision>
  <dcterms:created xsi:type="dcterms:W3CDTF">2026-05-14T08:39:18Z</dcterms:created>
  <dcterms:modified xsi:type="dcterms:W3CDTF">2026-05-14T08:39:18Z</dcterms:modified>
</cp:coreProperties>
</file>